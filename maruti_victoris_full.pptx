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LAUNCH &amp; 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Maruti Suzuki Victoris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bold entry into India's mid-size SUV segment, backed by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and wide market availability across India.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6459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75688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38528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on 3 September 2025 as a new mid-size SUV — available across 21 variants and 10 colour options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825496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88336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starting price of ₹10,49,900 (₹10.49 lakh) ex-showroom, ranging up to ₹19.99 lakh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438144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exclusively through Maruti's ARENA dealer network across India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325112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187952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market reception — 30,057 units retailed by the end of November 2025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"/>
            <a:ext cx="2578608" cy="459028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6032"/>
            <a:ext cx="2578608" cy="6400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576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45936" y="749808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45936" y="786384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₹10.49L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45936" y="128016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45936" y="1700784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45936" y="1737360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₹19.99L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45936" y="2231136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Variant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45936" y="2651760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5936" y="2688336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45936" y="318211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45936" y="3602736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45936" y="3639312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30,057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45936" y="413308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by Nov '25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TECHNOLOGY &amp; RECOGNITION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Maruti Suzuki Victoris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safety-first, technology-forward SUV that redefined driver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and powertrain diversity in the mid-size segment.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16459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75688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38528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Maruti's first car with Level-2 ADAS — Advanced Driver Assistance Systems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825496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688336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safety rating from both Bharat NCAP and Global NCAP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438144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petrol mild-hybrid, strong-hybrid, S-CNG and ALLGRIP Select AWD powertrains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325112"/>
            <a:ext cx="100584" cy="100584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187952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Indian Car of the Year (ICOTY) 2026 — the segment's highest recognition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56032"/>
            <a:ext cx="2578608" cy="459028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56032"/>
            <a:ext cx="2578608" cy="6400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576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45936" y="749808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45936" y="786384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45936" y="128016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Level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45936" y="1700784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45936" y="1737360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45936" y="2231136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NCAP Rating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45936" y="2651760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45936" y="2688336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45936" y="3182112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Powertrains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45936" y="3602736"/>
            <a:ext cx="232257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45936" y="3639312"/>
            <a:ext cx="23225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ICOTY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45936" y="4133088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VARIANT FEATURES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Common to VXI &amp; ZXI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features come standard across both VXI and ZXI variants —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them to build the customer's baseline confidence in the car.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8848" y="1810512"/>
            <a:ext cx="13716" cy="3200400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2996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airbags — standard across all variants for maximum safety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(Electronic Stability Program) — prevents skidding on slippery roads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parking camera — easy reversing, even in tight spots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 control — maintains constant speed on highways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59028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8056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TPMS — alerts the driver when tyre pressure drops below safe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02996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202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AC with rear AC vents — keeps all passengers cool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7004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5603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 with Apple CarPlay &amp; Android Auto connectivity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31012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004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windows and power steering — standard comfort features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95020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8404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Parking Brake with Auto Hold (available in AT variants)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ZXI ADVANTAGE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Features Only in ZXI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ZXI steps up significantly over VXI — these additions make 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popular variant and a stronger upsell in every conversation.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16459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8848" y="1810512"/>
            <a:ext cx="13716" cy="3200400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2996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Projector Headlamps — sharper, brighter night visibility (VXI has halogen)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 Wheels — premium look and better road feedback (VXI has steel wheels)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Headlamps with Follow-Me-Home — lights stay on ~30 sec after locking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404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Tailgate — boot opens and closes automatically with a button press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02996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202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Phone Charger — charge your phone with no cable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7004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56032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Auto-Dimming Inside Mirror — reduces glare from headlights behind at night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31012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004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Wiper &amp; Washer — wiper for back glass, very useful in rain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950208"/>
            <a:ext cx="91440" cy="9144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84048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interior — soft-touch dashboard and better quality materials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 ·  SALES STRATEGY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 &amp; Selling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8229600" cy="16459"/>
          </a:xfrm>
          <a:prstGeom prst="rect">
            <a:avLst/>
          </a:prstGeom>
          <a:solidFill>
            <a:srgbClr val="DDE3ED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931920" cy="36118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93192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— DO NOT GET WRONG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194767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8288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Leatherette seats were REMOVED from ZXi and ZXi(O) as of October 2025 — never promise leatherette in these variants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290779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78892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Panoramic sunroof is available only from ZXi(O) and above — it is NOT in ZXi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3867912"/>
            <a:ext cx="91440" cy="914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74904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 is only in petrol-AT top variants — it is NOT available in CNG or Strong Hybrid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4160520" cy="3611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25880"/>
            <a:ext cx="4160520" cy="640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41732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RECOMMENDATION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36592" y="1938528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288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 is the most popular variant — best balance of price and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36592" y="2542032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432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customers choose ZXI for better value, despite the small price difference over VXI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3145536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03580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ZXI gives better resale value — it's a smarter long-term investment for the customer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3749040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639312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suggest a ZXI test drive — let the customer feel the difference firsthand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4352544"/>
            <a:ext cx="91440" cy="914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424281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technical terms (TPMS, ESP, ADAS) in simple, everyday customer language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 the Class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474720" y="2487168"/>
            <a:ext cx="2194560" cy="5029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discuss more features about Maruti Suzuki Victoris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session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Maruti Suzuki Victoris — Sales Training</dc:title>
  <dc:subject>PptxGenJS Presentation</dc:subject>
  <dc:creator>PptxGenJS</dc:creator>
  <cp:lastModifiedBy>PptxGenJS</cp:lastModifiedBy>
  <cp:revision>1</cp:revision>
  <dcterms:created xsi:type="dcterms:W3CDTF">2026-06-05T07:53:01Z</dcterms:created>
  <dcterms:modified xsi:type="dcterms:W3CDTF">2026-06-05T07:53:01Z</dcterms:modified>
</cp:coreProperties>
</file>